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AB3850-DF58-40F0-BB40-DF9AFA896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BD3E26D-34A8-4EA4-9B8A-67A98406C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CF3E00-C5A1-46A1-901F-F848E3C72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AA53-A253-4004-93EB-F731AABE3733}" type="datetimeFigureOut">
              <a:rPr lang="fr-FR" smtClean="0"/>
              <a:t>23/02/2021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12F7FA-41A6-4E7F-AC75-4824A2B39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64D4F5-36A0-4D45-B4C8-21B5F06F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F9C2-BB10-4AFB-B94C-80A3858BE1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005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9F6E8F-74F6-4101-B79A-2E096BA6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E47987-4987-4E39-8EB7-C7E2FB0A2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767C5C-331D-4730-B826-AFB5C7B6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AA53-A253-4004-93EB-F731AABE3733}" type="datetimeFigureOut">
              <a:rPr lang="fr-FR" smtClean="0"/>
              <a:t>23/02/2021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AB81FD-E978-4B65-BB9E-85CC862FB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E311BE-EB09-4685-AE57-47F8419F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F9C2-BB10-4AFB-B94C-80A3858BE1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328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B8A02B-D9C0-44B4-AF04-409D6174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B89E7A-0216-4D08-B30A-36F930B08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3B1C5F-059B-43FE-BA09-AD6731C16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AA53-A253-4004-93EB-F731AABE3733}" type="datetimeFigureOut">
              <a:rPr lang="fr-FR" smtClean="0"/>
              <a:t>23/02/2021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BD8735-36F6-4714-AC91-9BD5F9293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E1A6A5-56EB-4218-BD94-E752EA94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F9C2-BB10-4AFB-B94C-80A3858BE1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57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A295AA-432B-40D8-AF8F-44BBECDD4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1FAEF1-64D8-425E-A3A3-711441A21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BC031DB-8ED4-4919-8018-53133D5EB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747308-B12A-4728-BB7E-244C0DD8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AA53-A253-4004-93EB-F731AABE3733}" type="datetimeFigureOut">
              <a:rPr lang="fr-FR" smtClean="0"/>
              <a:t>23/02/2021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A548B3-AA76-4CA0-9B55-5DF117DD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0B2F9E1-468C-4F6E-9D37-F793572D4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F9C2-BB10-4AFB-B94C-80A3858BE1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288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42D424-3DBB-4E6E-9051-A2B25534A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8D8047-E77E-4439-A7A9-75F539FB3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17F804-CF59-4E2C-91D0-2A66D23D2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49B4158-1A31-4448-958B-D533DAD73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DF113A5-0236-4C2A-9842-96CB5BB811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945A2C5-79D4-4879-AE10-A1AE04DEC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AA53-A253-4004-93EB-F731AABE3733}" type="datetimeFigureOut">
              <a:rPr lang="fr-FR" smtClean="0"/>
              <a:t>23/02/2021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154C0E-9528-42A6-ACF4-CAB6F68F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A71A28E-F197-4B05-9F80-DEFA16DD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F9C2-BB10-4AFB-B94C-80A3858BE1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229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CE2CFE-D4D4-4BC1-83AE-8C72A6D9F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623E4F9-F690-49DB-8996-6B49734FE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AA53-A253-4004-93EB-F731AABE3733}" type="datetimeFigureOut">
              <a:rPr lang="fr-FR" smtClean="0"/>
              <a:t>23/02/2021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66E232-CABA-4E8E-9BF0-18E6A7612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6B40FB-CB15-40E5-B310-15A9493F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F9C2-BB10-4AFB-B94C-80A3858BE1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6210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E05B7F1-A417-4868-84D1-52372DD71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AA53-A253-4004-93EB-F731AABE3733}" type="datetimeFigureOut">
              <a:rPr lang="fr-FR" smtClean="0"/>
              <a:t>23/02/2021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3B0CB98-2FD4-4017-9875-E28DE7F25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6A7FD1-2219-4927-8512-C334182A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F9C2-BB10-4AFB-B94C-80A3858BE1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01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D274DB-A65C-4102-8CD1-035B352B5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0BE899-7964-4963-B686-0D499E6EF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F5254FB-5119-4067-BA0E-EB6419F1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0BAB09-8D56-45FE-86FF-C3144DF9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AA53-A253-4004-93EB-F731AABE3733}" type="datetimeFigureOut">
              <a:rPr lang="fr-FR" smtClean="0"/>
              <a:t>23/02/2021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737E4D-D93F-4BFD-92C2-62907E8D0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7C5103-E946-47C8-AEEC-8C3B7DE9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F9C2-BB10-4AFB-B94C-80A3858BE1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25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632E4C-57D7-4A51-8386-6FE3DAD2F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C2048A0-1156-467B-BB65-D36C4EEE1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CDDE29-DC47-4500-9C16-736980E24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6529D0E-D2C4-4279-A00F-04364CCE1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AA53-A253-4004-93EB-F731AABE3733}" type="datetimeFigureOut">
              <a:rPr lang="fr-FR" smtClean="0"/>
              <a:t>23/02/2021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F69278-B26A-4B68-9F42-159D1B265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00B73E-51FA-4792-A68C-B2D569FD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F9C2-BB10-4AFB-B94C-80A3858BE1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141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582223-A6B9-44D0-828E-854D27FD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A1B2612-8963-460A-9D19-95D150B72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B90BE9-0AA3-42D2-84BB-ED64DEEB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AA53-A253-4004-93EB-F731AABE3733}" type="datetimeFigureOut">
              <a:rPr lang="fr-FR" smtClean="0"/>
              <a:t>23/02/2021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CAF58A-CB0E-462B-A125-420552D43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3BC3B9-4502-4459-8FC4-F84DA8FFF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F9C2-BB10-4AFB-B94C-80A3858BE1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8023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7AE04D5-4FE7-48AF-906A-51B71183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E7CFC0-BF12-4173-8DA2-53BA4CEFF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BD101A-7B34-4EE4-968F-3E0958CBE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AA53-A253-4004-93EB-F731AABE3733}" type="datetimeFigureOut">
              <a:rPr lang="fr-FR" smtClean="0"/>
              <a:t>23/02/2021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3D33B7-1763-4274-B105-7137754F4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39A3AC-B71B-40CD-A086-7411BAE9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DF9C2-BB10-4AFB-B94C-80A3858BE1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7892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611EC0-7DB3-4DDD-9569-CC1171D7A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F7E618-F877-401B-A888-2B4874F7C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934F23-FFD1-4AFF-B804-98DB0AC47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5AA53-A253-4004-93EB-F731AABE3733}" type="datetimeFigureOut">
              <a:rPr lang="fr-FR" smtClean="0"/>
              <a:t>23/02/2021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976BD7-1824-457C-82FA-F587091F8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F82BFD-D39A-41AA-9D93-7CA728E88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DF9C2-BB10-4AFB-B94C-80A3858BE1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047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6EBBB4-8489-4366-8BA8-DE480C21AB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Benchmark Green IT</a:t>
            </a:r>
          </a:p>
        </p:txBody>
      </p:sp>
    </p:spTree>
    <p:extLst>
      <p:ext uri="{BB962C8B-B14F-4D97-AF65-F5344CB8AC3E}">
        <p14:creationId xmlns:p14="http://schemas.microsoft.com/office/powerpoint/2010/main" val="1230739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F57446-03B3-447A-9912-787FF339C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Ce qui reviens souvent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DE9AD0-5E40-439E-A6C4-914922D07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>
                <a:effectLst/>
                <a:latin typeface="Lato" panose="020F0502020204030203" pitchFamily="34" charset="0"/>
              </a:rPr>
              <a:t>Green IT : définition, enjeux, exemples et bonnes pratiques</a:t>
            </a:r>
          </a:p>
          <a:p>
            <a:endParaRPr lang="fr-FR" b="1" dirty="0">
              <a:latin typeface="Lato" panose="020F0502020204030203" pitchFamily="34" charset="0"/>
            </a:endParaRPr>
          </a:p>
          <a:p>
            <a:endParaRPr lang="fr-FR" b="1" dirty="0">
              <a:effectLst/>
              <a:latin typeface="Lato" panose="020F0502020204030203" pitchFamily="34" charset="0"/>
            </a:endParaRPr>
          </a:p>
          <a:p>
            <a:r>
              <a:rPr lang="fr-FR" b="1" dirty="0">
                <a:latin typeface="Lato" panose="020F0502020204030203" pitchFamily="34" charset="0"/>
              </a:rPr>
              <a:t>La couleur verte (feuille nature) ainsi que le gris (informatique </a:t>
            </a:r>
            <a:r>
              <a:rPr lang="fr-FR" b="1" dirty="0" err="1">
                <a:latin typeface="Lato" panose="020F0502020204030203" pitchFamily="34" charset="0"/>
              </a:rPr>
              <a:t>etc</a:t>
            </a:r>
            <a:r>
              <a:rPr lang="fr-FR" b="1" dirty="0">
                <a:latin typeface="Lato" panose="020F0502020204030203" pitchFamily="34" charset="0"/>
              </a:rPr>
              <a:t>)</a:t>
            </a:r>
          </a:p>
          <a:p>
            <a:endParaRPr lang="fr-FR" b="1" dirty="0">
              <a:latin typeface="Lato" panose="020F0502020204030203" pitchFamily="34" charset="0"/>
            </a:endParaRPr>
          </a:p>
          <a:p>
            <a:endParaRPr lang="fr-FR" b="1" dirty="0">
              <a:latin typeface="Lato" panose="020F0502020204030203" pitchFamily="34" charset="0"/>
            </a:endParaRPr>
          </a:p>
          <a:p>
            <a:r>
              <a:rPr lang="fr-FR" b="1" dirty="0">
                <a:latin typeface="Lato" panose="020F0502020204030203" pitchFamily="34" charset="0"/>
              </a:rPr>
              <a:t>Très simple sans fioriture superficielle (sobre)</a:t>
            </a:r>
          </a:p>
          <a:p>
            <a:endParaRPr lang="fr-FR" b="1" dirty="0"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195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1F15D9-B4F2-4226-8514-4D6E0E137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Chiffres parlant : </a:t>
            </a:r>
          </a:p>
          <a:p>
            <a:pPr lvl="1"/>
            <a:r>
              <a:rPr lang="fr-FR" dirty="0"/>
              <a:t>5% de la pollution à effet de serre pour l’ensemble de la pollution numérique (pour la France)</a:t>
            </a:r>
          </a:p>
          <a:p>
            <a:pPr lvl="1"/>
            <a:endParaRPr lang="fr-FR" dirty="0"/>
          </a:p>
          <a:p>
            <a:r>
              <a:rPr lang="fr-FR" dirty="0"/>
              <a:t>Information qui revient</a:t>
            </a:r>
          </a:p>
          <a:p>
            <a:pPr lvl="1"/>
            <a:r>
              <a:rPr lang="fr-FR" dirty="0"/>
              <a:t>La consommation d’objets numérique plus que la consommation internet tout cours.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3736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A5C7B2-3BA9-4DB5-B2B3-BA698BE03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78"/>
            <a:ext cx="10515600" cy="786420"/>
          </a:xfrm>
        </p:spPr>
        <p:txBody>
          <a:bodyPr/>
          <a:lstStyle/>
          <a:p>
            <a:r>
              <a:rPr lang="fr-FR" dirty="0"/>
              <a:t>https://www.greenit.fr/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8512763-BF8C-4D61-ABCC-2D1D7E72E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005398"/>
            <a:ext cx="10515601" cy="530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5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A5C7B2-3BA9-4DB5-B2B3-BA698BE03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78"/>
            <a:ext cx="10515600" cy="786420"/>
          </a:xfrm>
        </p:spPr>
        <p:txBody>
          <a:bodyPr/>
          <a:lstStyle/>
          <a:p>
            <a:r>
              <a:rPr lang="fr-FR" dirty="0"/>
              <a:t>http://www.itess.fr/green-it.html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EDD94C7-72CF-45D7-95B9-26CF605B2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53" y="771214"/>
            <a:ext cx="10545647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07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A5C7B2-3BA9-4DB5-B2B3-BA698BE03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78"/>
            <a:ext cx="10515600" cy="786420"/>
          </a:xfrm>
        </p:spPr>
        <p:txBody>
          <a:bodyPr/>
          <a:lstStyle/>
          <a:p>
            <a:r>
              <a:rPr lang="fr-FR" dirty="0"/>
              <a:t>https://www.greenpeace.fr/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315881E-3A2D-4166-858A-DA668F9B4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05398"/>
            <a:ext cx="11353800" cy="530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01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A5C7B2-3BA9-4DB5-B2B3-BA698BE03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78"/>
            <a:ext cx="10515600" cy="786420"/>
          </a:xfrm>
        </p:spPr>
        <p:txBody>
          <a:bodyPr/>
          <a:lstStyle/>
          <a:p>
            <a:r>
              <a:rPr lang="fr-FR" dirty="0"/>
              <a:t>https://www.qqf.fr/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7EBEF36-8F47-4A7F-90FB-453A6B64D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39" y="761277"/>
            <a:ext cx="11803122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57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A5C7B2-3BA9-4DB5-B2B3-BA698BE03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78"/>
            <a:ext cx="10515600" cy="786420"/>
          </a:xfrm>
        </p:spPr>
        <p:txBody>
          <a:bodyPr/>
          <a:lstStyle/>
          <a:p>
            <a:r>
              <a:rPr lang="fr-FR" dirty="0"/>
              <a:t>https://chickadeeblue.com/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AE6E43E-36DF-4547-B7F4-19709B28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3" y="760912"/>
            <a:ext cx="11622157" cy="533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95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120</Words>
  <Application>Microsoft Office PowerPoint</Application>
  <PresentationFormat>Grand écran</PresentationFormat>
  <Paragraphs>19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Lato</vt:lpstr>
      <vt:lpstr>Thème Office</vt:lpstr>
      <vt:lpstr>Benchmark Green IT</vt:lpstr>
      <vt:lpstr>Ce qui reviens souvent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 Green IT</dc:title>
  <dc:creator>acs</dc:creator>
  <cp:lastModifiedBy>acs</cp:lastModifiedBy>
  <cp:revision>8</cp:revision>
  <dcterms:created xsi:type="dcterms:W3CDTF">2021-02-23T10:50:28Z</dcterms:created>
  <dcterms:modified xsi:type="dcterms:W3CDTF">2021-02-23T13:49:38Z</dcterms:modified>
</cp:coreProperties>
</file>